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4660"/>
  </p:normalViewPr>
  <p:slideViewPr>
    <p:cSldViewPr snapToGrid="0" snapToObjects="1">
      <p:cViewPr>
        <p:scale>
          <a:sx n="92" d="100"/>
          <a:sy n="92" d="100"/>
        </p:scale>
        <p:origin x="106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18320" y="640080"/>
            <a:ext cx="2103120" cy="2103120"/>
          </a:xfrm>
          <a:prstGeom prst="ellipse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2194560"/>
            <a:ext cx="1280160" cy="1280160"/>
          </a:xfrm>
          <a:prstGeom prst="ellipse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3017520"/>
            <a:ext cx="914400" cy="914400"/>
          </a:xfrm>
          <a:prstGeom prst="ellipse">
            <a:avLst/>
          </a:prstGeom>
          <a:solidFill>
            <a:srgbClr val="745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4160" y="4297680"/>
            <a:ext cx="1828800" cy="1828800"/>
          </a:xfrm>
          <a:prstGeom prst="ellipse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entagon 6"/>
          <p:cNvSpPr/>
          <p:nvPr/>
        </p:nvSpPr>
        <p:spPr>
          <a:xfrm>
            <a:off x="9509760" y="1920240"/>
            <a:ext cx="1417320" cy="1417320"/>
          </a:xfrm>
          <a:prstGeom prst="homePlat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11512" y="217627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700"/>
              </a:spcAft>
              <a:defRPr sz="4000" b="1">
                <a:solidFill>
                  <a:srgbClr val="25A07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7589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CYBERSECURITY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AWARENESS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2CBED2"/>
                </a:solidFill>
                <a:latin typeface="Aptos"/>
              </a:defRPr>
            </a:pPr>
            <a:r>
              <a:rPr dirty="0"/>
              <a:t>Learn safely. Browse smartly. Stay protected.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193" y="4097625"/>
            <a:ext cx="488372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400" dirty="0"/>
              <a:t>PROJECT PRESENTATION</a:t>
            </a:r>
            <a:r>
              <a:rPr lang="en-IN" sz="2400" dirty="0"/>
              <a:t>:</a:t>
            </a:r>
            <a:endParaRPr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286000" y="4894856"/>
            <a:ext cx="5715000" cy="1195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D7E1F0"/>
                </a:solidFill>
                <a:latin typeface="Aptos"/>
              </a:defRPr>
            </a:pPr>
            <a:r>
              <a:rPr sz="2000" dirty="0"/>
              <a:t>Student Name: </a:t>
            </a:r>
            <a:r>
              <a:rPr lang="en-IN" sz="2000" dirty="0"/>
              <a:t> P.AKSHAYA</a:t>
            </a:r>
          </a:p>
          <a:p>
            <a:pPr>
              <a:spcAft>
                <a:spcPts val="700"/>
              </a:spcAft>
              <a:defRPr sz="1400" b="0">
                <a:solidFill>
                  <a:srgbClr val="D7E1F0"/>
                </a:solidFill>
                <a:latin typeface="Aptos"/>
              </a:defRPr>
            </a:pPr>
            <a:r>
              <a:rPr sz="2000" dirty="0"/>
              <a:t>Department</a:t>
            </a:r>
            <a:r>
              <a:rPr lang="en-IN" sz="2000" dirty="0"/>
              <a:t>:  CSE(AIML)</a:t>
            </a:r>
          </a:p>
          <a:p>
            <a:pPr>
              <a:spcAft>
                <a:spcPts val="700"/>
              </a:spcAft>
              <a:defRPr sz="1400" b="0">
                <a:solidFill>
                  <a:srgbClr val="D7E1F0"/>
                </a:solidFill>
                <a:latin typeface="Aptos"/>
              </a:defRPr>
            </a:pPr>
            <a:r>
              <a:rPr lang="en-IN" sz="2000" dirty="0"/>
              <a:t>Roll no:  25MVCSMR0669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340"/>
                </a:solidFill>
                <a:latin typeface="Aptos"/>
              </a:defRPr>
            </a:pPr>
            <a:r>
              <a:t>Problem Statement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473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369D2"/>
                </a:solidFill>
                <a:latin typeface="Aptos"/>
              </a:defRPr>
            </a:pPr>
            <a:r>
              <a:t>Why is cybersecurity awareness important?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3042"/>
                </a:solidFill>
                <a:latin typeface="Aptos"/>
              </a:defRPr>
            </a:pPr>
            <a:r>
              <a:t>Many users do not recognize phishing messages, fake websites, or suspicious links.</a:t>
            </a:r>
          </a:p>
          <a:p>
            <a:pPr>
              <a:spcAft>
                <a:spcPts val="1200"/>
              </a:spcAft>
              <a:defRPr sz="1900">
                <a:solidFill>
                  <a:srgbClr val="233042"/>
                </a:solidFill>
                <a:latin typeface="Aptos"/>
              </a:defRPr>
            </a:pPr>
            <a:r>
              <a:t>Weak passwords and unsafe online habits can expose personal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33042"/>
                </a:solidFill>
                <a:latin typeface="Aptos"/>
              </a:defRPr>
            </a:pPr>
            <a:r>
              <a:t>Users need a simple way to learn and practice safer digital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617720"/>
            <a:ext cx="5074920" cy="123444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4782312"/>
            <a:ext cx="64008" cy="905256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818888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Project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3095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Provide short lessons and quizzes that help users understand common cyber threats.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17720"/>
            <a:ext cx="5074920" cy="123444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4782312"/>
            <a:ext cx="64008" cy="905256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818888"/>
            <a:ext cx="4663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30952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Improve awareness and encourage safer choices when using the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340"/>
                </a:solidFill>
                <a:latin typeface="Aptos"/>
              </a:defRPr>
            </a:pPr>
            <a:r>
              <a:t>Objectives &amp; Target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473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369D2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66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Explain common cyber threats in simple language.</a:t>
            </a:r>
          </a:p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Teach password safety, phishing detection, and privacy basics.</a:t>
            </a:r>
          </a:p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Assess knowledge through interactive quizzes.</a:t>
            </a:r>
          </a:p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Track scores and learning progress.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258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369D2"/>
                </a:solidFill>
                <a:latin typeface="Aptos"/>
              </a:defRPr>
            </a:pPr>
            <a:r>
              <a:t>Who will use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233172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2039112"/>
            <a:ext cx="64008" cy="996695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075688"/>
            <a:ext cx="1920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87752"/>
            <a:ext cx="1920239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Learn essential online safety habits.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874519"/>
            <a:ext cx="233172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69680" y="2039112"/>
            <a:ext cx="64008" cy="996695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2075688"/>
            <a:ext cx="1920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General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587752"/>
            <a:ext cx="1920239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Practice safer browsing.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233172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685032"/>
            <a:ext cx="64008" cy="996695"/>
          </a:xfrm>
          <a:prstGeom prst="rect">
            <a:avLst/>
          </a:prstGeom>
          <a:solidFill>
            <a:srgbClr val="2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721608"/>
            <a:ext cx="1920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Teachers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33672"/>
            <a:ext cx="1920239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Support awareness activities.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3520440"/>
            <a:ext cx="233172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0" y="3685032"/>
            <a:ext cx="64008" cy="996695"/>
          </a:xfrm>
          <a:prstGeom prst="rect">
            <a:avLst/>
          </a:prstGeom>
          <a:solidFill>
            <a:srgbClr val="745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3721608"/>
            <a:ext cx="19202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Admins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233672"/>
            <a:ext cx="1920239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Manage lessons and quizzes.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257800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47387"/>
                </a:solidFill>
                <a:latin typeface="Aptos"/>
              </a:defRPr>
            </a:pPr>
            <a:r>
              <a:t>The platform can be adapted for schools, colleges, and organizations.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340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473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81912"/>
            <a:ext cx="64008" cy="996695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User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47548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Sign-in and role-based access for learners and administrators.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16636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81912"/>
            <a:ext cx="64008" cy="996695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1848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Learning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30552"/>
            <a:ext cx="47548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Lessons on phishing, malware, passwords, and privacy.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516636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410712"/>
            <a:ext cx="64008" cy="996695"/>
          </a:xfrm>
          <a:prstGeom prst="rect">
            <a:avLst/>
          </a:prstGeom>
          <a:solidFill>
            <a:srgbClr val="2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44728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Interactive Quizzes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59352"/>
            <a:ext cx="47548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Multiple-choice questions with feedback and scores.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16636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410712"/>
            <a:ext cx="64008" cy="996695"/>
          </a:xfrm>
          <a:prstGeom prst="rect">
            <a:avLst/>
          </a:prstGeom>
          <a:solidFill>
            <a:srgbClr val="745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44728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Progress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59352"/>
            <a:ext cx="47548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Review quiz results and identify topics to improve.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983480"/>
            <a:ext cx="5166360" cy="132588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0" y="5148072"/>
            <a:ext cx="64008" cy="996695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03320" y="518464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Content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696712"/>
            <a:ext cx="47548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Administrators add, view, update, and manage topics and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340"/>
                </a:solidFill>
                <a:latin typeface="Aptos"/>
              </a:defRPr>
            </a:pPr>
            <a:r>
              <a:t>Technology Stack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4738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200400" cy="182880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73351"/>
            <a:ext cx="64008" cy="1499616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09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Frontend — React.js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21991"/>
            <a:ext cx="2788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User interface for lessons, quizzes, and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200400" cy="182880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673351"/>
            <a:ext cx="64008" cy="1499616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709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Backend — Node.js +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221991"/>
            <a:ext cx="2788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REST APIs, application logic, and request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08760"/>
            <a:ext cx="3200400" cy="182880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673351"/>
            <a:ext cx="64008" cy="1499616"/>
          </a:xfrm>
          <a:prstGeom prst="rect">
            <a:avLst/>
          </a:prstGeom>
          <a:solidFill>
            <a:srgbClr val="2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709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Database — 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21991"/>
            <a:ext cx="2788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Stores users, topics, questions, options, answers, and scores.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1031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6473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1031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6473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369D2"/>
                </a:solidFill>
                <a:latin typeface="Aptos"/>
              </a:defRPr>
            </a:pPr>
            <a:r>
              <a:t>Example data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10515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React sends a request to an Express API.</a:t>
            </a:r>
          </a:p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The backend validates the request and reads or updates MongoDB.</a:t>
            </a:r>
          </a:p>
          <a:p>
            <a:pPr>
              <a:spcAft>
                <a:spcPts val="1200"/>
              </a:spcAft>
              <a:defRPr sz="1700">
                <a:solidFill>
                  <a:srgbClr val="233042"/>
                </a:solidFill>
                <a:latin typeface="Aptos"/>
              </a:defRPr>
            </a:pPr>
            <a:r>
              <a:t>The API returns data for the page to display.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21792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47387"/>
                </a:solidFill>
                <a:latin typeface="Aptos"/>
              </a:defRPr>
            </a:pPr>
            <a:r>
              <a:t>Optional supporting tools: Mongoose for data models; JWT for authentication, if implemented.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340"/>
                </a:solidFill>
                <a:latin typeface="Aptos"/>
              </a:defRPr>
            </a:pPr>
            <a:r>
              <a:t>User Workflow &amp;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200" b="1">
                <a:solidFill>
                  <a:srgbClr val="6473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353312"/>
            <a:ext cx="502920" cy="502920"/>
          </a:xfrm>
          <a:prstGeom prst="ellipse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2646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5331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Sign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5331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Open the platform and log in.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185416"/>
            <a:ext cx="502920" cy="502920"/>
          </a:xfrm>
          <a:prstGeom prst="ellipse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5856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8541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Choose a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85416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Select a cybersecurity topic.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09067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175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17520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Read the lesson and safety tips.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849624"/>
            <a:ext cx="502920" cy="502920"/>
          </a:xfrm>
          <a:prstGeom prst="ellipse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84962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Take a 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49624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Answer questions about the topic.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681728"/>
            <a:ext cx="502920" cy="502920"/>
          </a:xfrm>
          <a:prstGeom prst="ellipse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7548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68172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View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681728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042"/>
                </a:solidFill>
                <a:latin typeface="Aptos"/>
              </a:defRPr>
            </a:pPr>
            <a:r>
              <a:t>Check the score and review mistakes.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623560"/>
            <a:ext cx="10424160" cy="73152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8680" y="5788152"/>
            <a:ext cx="64008" cy="402336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824728"/>
            <a:ext cx="10012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Example: phishing awareness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336792"/>
            <a:ext cx="100126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If a message creates urgency and asks for a password, verify it through the official website instead of clicking its link.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Benefits, Future Scope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43000"/>
            <a:ext cx="1051560" cy="64008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233172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64008" cy="2002536"/>
          </a:xfrm>
          <a:prstGeom prst="rect">
            <a:avLst/>
          </a:prstGeom>
          <a:solidFill>
            <a:srgbClr val="23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3017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Improves cyber awareness</a:t>
            </a:r>
          </a:p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Encourages safer online habits</a:t>
            </a:r>
          </a:p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Makes learning interactive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29000" cy="233172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719072"/>
            <a:ext cx="64008" cy="2002536"/>
          </a:xfrm>
          <a:prstGeom prst="rect">
            <a:avLst/>
          </a:prstGeom>
          <a:solidFill>
            <a:srgbClr val="2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755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67712"/>
            <a:ext cx="3017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Completion certificates</a:t>
            </a:r>
          </a:p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More quizzes and languages</a:t>
            </a:r>
          </a:p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• Safe phishing simulations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29000" cy="2331720"/>
          </a:xfrm>
          <a:prstGeom prst="roundRect">
            <a:avLst/>
          </a:prstGeom>
          <a:solidFill>
            <a:srgbClr val="EEF5FF"/>
          </a:solidFill>
          <a:ln>
            <a:solidFill>
              <a:srgbClr val="DAE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719072"/>
            <a:ext cx="64008" cy="2002536"/>
          </a:xfrm>
          <a:prstGeom prst="rect">
            <a:avLst/>
          </a:prstGeom>
          <a:solidFill>
            <a:srgbClr val="25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755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34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67712"/>
            <a:ext cx="3017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3042"/>
                </a:solidFill>
                <a:latin typeface="Aptos"/>
              </a:defRPr>
            </a:pPr>
            <a:r>
              <a:t>A central learning platform can help users recognize online risks and make safer digital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B94CF2-CC3E-0B12-C076-1BCC8632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062" y="1137918"/>
            <a:ext cx="6864247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28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488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psrinithya@outlook.com</cp:lastModifiedBy>
  <cp:revision>2</cp:revision>
  <dcterms:created xsi:type="dcterms:W3CDTF">2013-01-27T09:14:16Z</dcterms:created>
  <dcterms:modified xsi:type="dcterms:W3CDTF">2026-10-10T05:47:23Z</dcterms:modified>
  <cp:category/>
</cp:coreProperties>
</file>